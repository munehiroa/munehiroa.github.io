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84B66-F210-2A09-4049-B2B76B40F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73196-04CC-4FD1-6CD1-0D074C97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21CDB-8303-98BC-AC71-4F924E272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801D1-DF6A-64BC-13BB-56B1C65FA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EF654-E46D-245B-48BF-10D7CA113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072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8B71-3ED5-B3C0-A148-C4707778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5C194-6209-BF0C-DAD7-4BB4D26B1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D1A8E-5122-AA2F-0EA7-3A06BD86B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FBF8E-9083-EED3-DA81-F5BBAC9E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6A175-D941-6A13-A14B-926472BC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669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89833-23E4-E377-C11E-4F0EE7C1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2B8A6-8AF9-59EE-CE07-E64332F1B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22D4-6EF1-7D2E-E84F-58D9DC0E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02F42-3B13-A0BB-9A05-E736B72BF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63A0E-AF2A-8C26-59EE-04D95E67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06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90509-FCF7-1E86-8190-51F56C7A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05955-AF66-5A41-23BB-7E5A5B221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EEB7E-CA41-16DC-A8DA-C924E5B6D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3A0AB-33F9-7E23-D9E7-D410DFA9D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246CA-45D9-014F-9603-0A04CC28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2AD6F-B5C8-9979-329B-CCB599CB2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246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C3FF-F906-FF3D-5A26-91A8FD858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E0378-CA37-4338-5DCE-B4420B3E3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84A67-5C18-8248-1498-3549E4594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47AF0-184F-F270-F5AA-B8B74603C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8A0CF-72AF-B394-69B6-6420968955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F8727-F267-3382-EFBC-7658C245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A5F01-07FE-A2F8-867E-260CEDD98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53C1C2-8ABB-AC98-8902-6FD50FCB5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57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C2479-76D1-65DE-A08D-95D0BB44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D6B2C-C94B-10E3-87EC-437AE165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8B935-7250-164F-71BA-59258289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48CE9-9A91-94FF-0D42-0C719F17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294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C386A6-2C08-13DE-387C-E2252522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0C07A4-4B58-D55F-5C6D-D133CA25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96DCE-CFF1-CFBE-E01C-C0A4289B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318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D5B9-28F9-84AA-F173-0C17D934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6FE16-8FB6-41C9-83FF-6B8063C06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F1AC5-EAEF-7B7B-8BD5-3FDF88480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A0AD2-28FC-2C57-3CD2-5B58A28B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92E45-F576-9BC7-7565-FB3A7FD4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9A0E7-6360-BC50-0467-0CD3A020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19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F494-4C03-ED4D-02BD-7F8500D1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2A913A-01A5-301F-F4FA-E8F8A729DA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70048-7C3A-526C-16D1-33C6A92FC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D9127-3DBE-B2C4-7DC5-14810356B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BF407-24D5-FBFC-AE23-E609FDAF3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6F776-F232-D868-FBE2-35F2D7E66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44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9A91-BB69-C457-6CA6-23963D77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5A991-F2F6-2DA1-1ADF-A2377D8A7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DA58D-1F81-D9CF-F572-0A1E7C97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9AA31-E895-8913-147C-BA4601B93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22217-9A25-B798-F05B-0CA5E14D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551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0C1BF-CDFC-4469-16DD-E6CEC1656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52400-E1AB-C93B-D910-E6C89A9D9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20147-1AE6-6D95-A7E3-24CF06FF9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2016E-071C-3A79-76DF-A2500F18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170ED-61A1-7609-4364-B9BE0330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94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AA8CD-83EE-83EE-7C2D-454DEE91D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FC161-BA94-1290-0FD5-781C969C8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7EE4A-AF67-3ECA-1A61-635EFE63F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31DFD-9C96-47D9-92BE-CA36604FB2D1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5D77D-066E-F084-C6C3-A0CB2E547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3EAF0-FD91-AC3C-6A37-A402ADACA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B024A-E039-48BF-8D1C-7C4823D675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049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748E38-2D3C-9CAE-F186-1539E7601F07}"/>
              </a:ext>
            </a:extLst>
          </p:cNvPr>
          <p:cNvSpPr/>
          <p:nvPr/>
        </p:nvSpPr>
        <p:spPr>
          <a:xfrm flipV="1">
            <a:off x="2368954" y="1077468"/>
            <a:ext cx="814128" cy="1506058"/>
          </a:xfrm>
          <a:custGeom>
            <a:avLst/>
            <a:gdLst>
              <a:gd name="csX0" fmla="*/ 271376 w 814128"/>
              <a:gd name="csY0" fmla="*/ 0 h 1506058"/>
              <a:gd name="csX1" fmla="*/ 814128 w 814128"/>
              <a:gd name="csY1" fmla="*/ 853786 h 1506058"/>
              <a:gd name="csX2" fmla="*/ 485462 w 814128"/>
              <a:gd name="csY2" fmla="*/ 853786 h 1506058"/>
              <a:gd name="csX3" fmla="*/ 542752 w 814128"/>
              <a:gd name="csY3" fmla="*/ 1506058 h 1506058"/>
              <a:gd name="csX4" fmla="*/ 0 w 814128"/>
              <a:gd name="csY4" fmla="*/ 652272 h 1506058"/>
              <a:gd name="csX5" fmla="*/ 328666 w 814128"/>
              <a:gd name="csY5" fmla="*/ 652272 h 15060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14128" h="1506058">
                <a:moveTo>
                  <a:pt x="271376" y="0"/>
                </a:moveTo>
                <a:lnTo>
                  <a:pt x="814128" y="853786"/>
                </a:lnTo>
                <a:lnTo>
                  <a:pt x="485462" y="853786"/>
                </a:lnTo>
                <a:lnTo>
                  <a:pt x="542752" y="1506058"/>
                </a:lnTo>
                <a:lnTo>
                  <a:pt x="0" y="652272"/>
                </a:lnTo>
                <a:lnTo>
                  <a:pt x="328666" y="652272"/>
                </a:lnTo>
                <a:close/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4FE50D0-491E-06AF-09BD-12B09CA8558A}"/>
              </a:ext>
            </a:extLst>
          </p:cNvPr>
          <p:cNvSpPr/>
          <p:nvPr/>
        </p:nvSpPr>
        <p:spPr>
          <a:xfrm flipH="1">
            <a:off x="5666128" y="906780"/>
            <a:ext cx="701248" cy="1445098"/>
          </a:xfrm>
          <a:custGeom>
            <a:avLst/>
            <a:gdLst>
              <a:gd name="csX0" fmla="*/ 158496 w 701248"/>
              <a:gd name="csY0" fmla="*/ 0 h 1445098"/>
              <a:gd name="csX1" fmla="*/ 701248 w 701248"/>
              <a:gd name="csY1" fmla="*/ 853786 h 1445098"/>
              <a:gd name="csX2" fmla="*/ 440153 w 701248"/>
              <a:gd name="csY2" fmla="*/ 853786 h 1445098"/>
              <a:gd name="csX3" fmla="*/ 542752 w 701248"/>
              <a:gd name="csY3" fmla="*/ 1445098 h 1445098"/>
              <a:gd name="csX4" fmla="*/ 0 w 701248"/>
              <a:gd name="csY4" fmla="*/ 591312 h 1445098"/>
              <a:gd name="csX5" fmla="*/ 261096 w 701248"/>
              <a:gd name="csY5" fmla="*/ 591312 h 1445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01248" h="1445098">
                <a:moveTo>
                  <a:pt x="158496" y="0"/>
                </a:moveTo>
                <a:lnTo>
                  <a:pt x="701248" y="853786"/>
                </a:lnTo>
                <a:lnTo>
                  <a:pt x="440153" y="853786"/>
                </a:lnTo>
                <a:lnTo>
                  <a:pt x="542752" y="1445098"/>
                </a:lnTo>
                <a:lnTo>
                  <a:pt x="0" y="591312"/>
                </a:lnTo>
                <a:lnTo>
                  <a:pt x="261096" y="591312"/>
                </a:lnTo>
                <a:close/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0BD931D-1EF0-533E-02F1-21DB363FBE74}"/>
              </a:ext>
            </a:extLst>
          </p:cNvPr>
          <p:cNvSpPr/>
          <p:nvPr/>
        </p:nvSpPr>
        <p:spPr>
          <a:xfrm rot="10800000" flipH="1">
            <a:off x="3999739" y="906780"/>
            <a:ext cx="696243" cy="1478626"/>
          </a:xfrm>
          <a:custGeom>
            <a:avLst/>
            <a:gdLst>
              <a:gd name="csX0" fmla="*/ 542752 w 696243"/>
              <a:gd name="csY0" fmla="*/ 1478626 h 1478626"/>
              <a:gd name="csX1" fmla="*/ 427047 w 696243"/>
              <a:gd name="csY1" fmla="*/ 810845 h 1478626"/>
              <a:gd name="csX2" fmla="*/ 696243 w 696243"/>
              <a:gd name="csY2" fmla="*/ 853786 h 1478626"/>
              <a:gd name="csX3" fmla="*/ 153491 w 696243"/>
              <a:gd name="csY3" fmla="*/ 0 h 1478626"/>
              <a:gd name="csX4" fmla="*/ 269197 w 696243"/>
              <a:gd name="csY4" fmla="*/ 667781 h 1478626"/>
              <a:gd name="csX5" fmla="*/ 0 w 696243"/>
              <a:gd name="csY5" fmla="*/ 624840 h 1478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96243" h="1478626">
                <a:moveTo>
                  <a:pt x="542752" y="1478626"/>
                </a:moveTo>
                <a:lnTo>
                  <a:pt x="427047" y="810845"/>
                </a:lnTo>
                <a:lnTo>
                  <a:pt x="696243" y="853786"/>
                </a:lnTo>
                <a:lnTo>
                  <a:pt x="153491" y="0"/>
                </a:lnTo>
                <a:lnTo>
                  <a:pt x="269197" y="667781"/>
                </a:lnTo>
                <a:lnTo>
                  <a:pt x="0" y="624840"/>
                </a:lnTo>
                <a:close/>
              </a:path>
            </a:pathLst>
          </a:custGeom>
          <a:noFill/>
          <a:ln w="762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pic>
        <p:nvPicPr>
          <p:cNvPr id="18" name="Graphic 17" descr="Microscope with solid fill">
            <a:extLst>
              <a:ext uri="{FF2B5EF4-FFF2-40B4-BE49-F238E27FC236}">
                <a16:creationId xmlns:a16="http://schemas.microsoft.com/office/drawing/2014/main" id="{D5226456-EBE0-A9DB-6272-6C810896C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4590" y="1926716"/>
            <a:ext cx="518638" cy="518638"/>
          </a:xfrm>
          <a:prstGeom prst="rect">
            <a:avLst/>
          </a:prstGeom>
        </p:spPr>
      </p:pic>
      <p:pic>
        <p:nvPicPr>
          <p:cNvPr id="20" name="Graphic 19" descr="DNA with solid fill">
            <a:extLst>
              <a:ext uri="{FF2B5EF4-FFF2-40B4-BE49-F238E27FC236}">
                <a16:creationId xmlns:a16="http://schemas.microsoft.com/office/drawing/2014/main" id="{4189BCCE-2751-72E1-CCC0-1DE29562FE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57627" y="2006873"/>
            <a:ext cx="378533" cy="37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78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DE68E-3623-4265-1D24-8BD50179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0EE5E24-48BF-BB48-EF1D-84ABB1EFA1D7}"/>
              </a:ext>
            </a:extLst>
          </p:cNvPr>
          <p:cNvGrpSpPr/>
          <p:nvPr/>
        </p:nvGrpSpPr>
        <p:grpSpPr>
          <a:xfrm>
            <a:off x="1463291" y="978269"/>
            <a:ext cx="1778000" cy="1778000"/>
            <a:chOff x="4146201" y="1922814"/>
            <a:chExt cx="1778000" cy="1778000"/>
          </a:xfrm>
        </p:grpSpPr>
        <p:pic>
          <p:nvPicPr>
            <p:cNvPr id="18" name="Graphic 17" descr="Microscope with solid fill">
              <a:extLst>
                <a:ext uri="{FF2B5EF4-FFF2-40B4-BE49-F238E27FC236}">
                  <a16:creationId xmlns:a16="http://schemas.microsoft.com/office/drawing/2014/main" id="{82C9506B-60B1-4F2F-0F10-B306584CD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77466" y="3020300"/>
              <a:ext cx="572120" cy="402087"/>
            </a:xfrm>
            <a:prstGeom prst="rect">
              <a:avLst/>
            </a:prstGeom>
          </p:spPr>
        </p:pic>
        <p:pic>
          <p:nvPicPr>
            <p:cNvPr id="20" name="Graphic 19" descr="DNA with solid fill">
              <a:extLst>
                <a:ext uri="{FF2B5EF4-FFF2-40B4-BE49-F238E27FC236}">
                  <a16:creationId xmlns:a16="http://schemas.microsoft.com/office/drawing/2014/main" id="{E31CF1FD-07C9-A789-5836-645579C7B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85307">
              <a:off x="4415279" y="2214273"/>
              <a:ext cx="378533" cy="378533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C637D2D-6F4A-4BD6-29B3-369CB869BE88}"/>
                </a:ext>
              </a:extLst>
            </p:cNvPr>
            <p:cNvGrpSpPr/>
            <p:nvPr/>
          </p:nvGrpSpPr>
          <p:grpSpPr>
            <a:xfrm>
              <a:off x="4146201" y="1922814"/>
              <a:ext cx="1778000" cy="1778000"/>
              <a:chOff x="4146201" y="1922814"/>
              <a:chExt cx="1778000" cy="1778000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90A2B1F-BC9C-E4A7-5D31-E4B913C5BD45}"/>
                  </a:ext>
                </a:extLst>
              </p:cNvPr>
              <p:cNvSpPr/>
              <p:nvPr/>
            </p:nvSpPr>
            <p:spPr>
              <a:xfrm rot="10800000" flipH="1">
                <a:off x="4643280" y="2062341"/>
                <a:ext cx="696243" cy="1478626"/>
              </a:xfrm>
              <a:custGeom>
                <a:avLst/>
                <a:gdLst>
                  <a:gd name="csX0" fmla="*/ 542752 w 696243"/>
                  <a:gd name="csY0" fmla="*/ 1478626 h 1478626"/>
                  <a:gd name="csX1" fmla="*/ 427047 w 696243"/>
                  <a:gd name="csY1" fmla="*/ 810845 h 1478626"/>
                  <a:gd name="csX2" fmla="*/ 696243 w 696243"/>
                  <a:gd name="csY2" fmla="*/ 853786 h 1478626"/>
                  <a:gd name="csX3" fmla="*/ 153491 w 696243"/>
                  <a:gd name="csY3" fmla="*/ 0 h 1478626"/>
                  <a:gd name="csX4" fmla="*/ 269197 w 696243"/>
                  <a:gd name="csY4" fmla="*/ 667781 h 1478626"/>
                  <a:gd name="csX5" fmla="*/ 0 w 696243"/>
                  <a:gd name="csY5" fmla="*/ 624840 h 14786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96243" h="1478626">
                    <a:moveTo>
                      <a:pt x="542752" y="1478626"/>
                    </a:moveTo>
                    <a:lnTo>
                      <a:pt x="427047" y="810845"/>
                    </a:lnTo>
                    <a:lnTo>
                      <a:pt x="696243" y="853786"/>
                    </a:lnTo>
                    <a:lnTo>
                      <a:pt x="153491" y="0"/>
                    </a:lnTo>
                    <a:lnTo>
                      <a:pt x="269197" y="667781"/>
                    </a:lnTo>
                    <a:lnTo>
                      <a:pt x="0" y="62484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 dirty="0"/>
              </a:p>
            </p:txBody>
          </p:sp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0C5F02D7-448A-F824-3309-4F77936FBCCE}"/>
                  </a:ext>
                </a:extLst>
              </p:cNvPr>
              <p:cNvSpPr/>
              <p:nvPr/>
            </p:nvSpPr>
            <p:spPr>
              <a:xfrm>
                <a:off x="4146201" y="1922814"/>
                <a:ext cx="1778000" cy="17780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6C3C0885-8B0F-2A06-47BD-D7079DBAD7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7377" y="2441257"/>
            <a:ext cx="1800225" cy="180022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56CF1D0-D428-C100-F21B-108F5E2573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1970" y="3001010"/>
            <a:ext cx="17907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86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F2AE3C-EC23-A7ED-5D0F-C19BB7DB9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34"/>
          <a:stretch>
            <a:fillRect/>
          </a:stretch>
        </p:blipFill>
        <p:spPr>
          <a:xfrm>
            <a:off x="1638300" y="2341266"/>
            <a:ext cx="8915400" cy="251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147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481b87f5-e1d9-4d04-a1e2-3966dfee2b2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Asally, Munehiro</dc:creator>
  <cp:lastModifiedBy>Asally, Munehiro</cp:lastModifiedBy>
  <cp:revision>4</cp:revision>
  <dcterms:created xsi:type="dcterms:W3CDTF">2025-12-30T22:31:55Z</dcterms:created>
  <dcterms:modified xsi:type="dcterms:W3CDTF">2025-12-30T23:43:14Z</dcterms:modified>
</cp:coreProperties>
</file>